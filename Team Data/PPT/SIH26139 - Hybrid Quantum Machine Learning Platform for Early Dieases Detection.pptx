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96644-90E9-4DFC-9324-8D320A726877}" v="39" dt="2026-09-01T12:04:53.6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lrathod999@gmail.com" userId="16b785f99692f3c5" providerId="LiveId" clId="{2EDFA324-B2DD-49AB-9C3E-1D8A2A415DA9}"/>
    <pc:docChg chg="undo custSel delSld modSld">
      <pc:chgData name="anshulrathod999@gmail.com" userId="16b785f99692f3c5" providerId="LiveId" clId="{2EDFA324-B2DD-49AB-9C3E-1D8A2A415DA9}" dt="2026-09-01T12:17:56.729" v="610" actId="478"/>
      <pc:docMkLst>
        <pc:docMk/>
      </pc:docMkLst>
      <pc:sldChg chg="addSp delSp modSp mod">
        <pc:chgData name="anshulrathod999@gmail.com" userId="16b785f99692f3c5" providerId="LiveId" clId="{2EDFA324-B2DD-49AB-9C3E-1D8A2A415DA9}" dt="2026-09-01T12:10:01.702" v="600" actId="1076"/>
        <pc:sldMkLst>
          <pc:docMk/>
          <pc:sldMk cId="0" sldId="281"/>
        </pc:sldMkLst>
        <pc:spChg chg="add mod">
          <ac:chgData name="anshulrathod999@gmail.com" userId="16b785f99692f3c5" providerId="LiveId" clId="{2EDFA324-B2DD-49AB-9C3E-1D8A2A415DA9}" dt="2026-09-01T12:09:51.064" v="599" actId="1076"/>
          <ac:spMkLst>
            <pc:docMk/>
            <pc:sldMk cId="0" sldId="281"/>
            <ac:spMk id="13" creationId="{59A45B00-0F48-662B-93A0-E6D78463CA50}"/>
          </ac:spMkLst>
        </pc:spChg>
        <pc:spChg chg="add mod">
          <ac:chgData name="anshulrathod999@gmail.com" userId="16b785f99692f3c5" providerId="LiveId" clId="{2EDFA324-B2DD-49AB-9C3E-1D8A2A415DA9}" dt="2026-09-01T12:10:01.702" v="600" actId="1076"/>
          <ac:spMkLst>
            <pc:docMk/>
            <pc:sldMk cId="0" sldId="281"/>
            <ac:spMk id="14" creationId="{1505FAC1-8AA0-5267-7972-CE052724EB5D}"/>
          </ac:spMkLst>
        </pc:spChg>
        <pc:spChg chg="mod">
          <ac:chgData name="anshulrathod999@gmail.com" userId="16b785f99692f3c5" providerId="LiveId" clId="{2EDFA324-B2DD-49AB-9C3E-1D8A2A415DA9}" dt="2026-08-31T14:01:14.896" v="2" actId="14100"/>
          <ac:spMkLst>
            <pc:docMk/>
            <pc:sldMk cId="0" sldId="281"/>
            <ac:spMk id="15361" creationId="{00000000-0000-0000-0000-000000000000}"/>
          </ac:spMkLst>
        </pc:spChg>
        <pc:spChg chg="add del mod">
          <ac:chgData name="anshulrathod999@gmail.com" userId="16b785f99692f3c5" providerId="LiveId" clId="{2EDFA324-B2DD-49AB-9C3E-1D8A2A415DA9}" dt="2026-09-01T10:55:10.104" v="273" actId="1076"/>
          <ac:spMkLst>
            <pc:docMk/>
            <pc:sldMk cId="0" sldId="281"/>
            <ac:spMk id="15362" creationId="{00000000-0000-0000-0000-000000000000}"/>
          </ac:spMkLst>
        </pc:spChg>
        <pc:picChg chg="add del mod">
          <ac:chgData name="anshulrathod999@gmail.com" userId="16b785f99692f3c5" providerId="LiveId" clId="{2EDFA324-B2DD-49AB-9C3E-1D8A2A415DA9}" dt="2026-08-31T15:24:31.223" v="33" actId="478"/>
          <ac:picMkLst>
            <pc:docMk/>
            <pc:sldMk cId="0" sldId="281"/>
            <ac:picMk id="5" creationId="{B67CCA24-98D2-98B8-F1BC-B6F26AD026F6}"/>
          </ac:picMkLst>
        </pc:picChg>
        <pc:picChg chg="mod ord">
          <ac:chgData name="anshulrathod999@gmail.com" userId="16b785f99692f3c5" providerId="LiveId" clId="{2EDFA324-B2DD-49AB-9C3E-1D8A2A415DA9}" dt="2026-09-01T12:09:46.634" v="598" actId="167"/>
          <ac:picMkLst>
            <pc:docMk/>
            <pc:sldMk cId="0" sldId="281"/>
            <ac:picMk id="11" creationId="{00000000-0000-0000-0000-000000000000}"/>
          </ac:picMkLst>
        </pc:picChg>
        <pc:picChg chg="add mod ord">
          <ac:chgData name="anshulrathod999@gmail.com" userId="16b785f99692f3c5" providerId="LiveId" clId="{2EDFA324-B2DD-49AB-9C3E-1D8A2A415DA9}" dt="2026-09-01T12:09:18.054" v="595" actId="14100"/>
          <ac:picMkLst>
            <pc:docMk/>
            <pc:sldMk cId="0" sldId="281"/>
            <ac:picMk id="12" creationId="{E3327500-E15F-F6AF-04A3-120BB9F939EB}"/>
          </ac:picMkLst>
        </pc:picChg>
        <pc:cxnChg chg="add del mod">
          <ac:chgData name="anshulrathod999@gmail.com" userId="16b785f99692f3c5" providerId="LiveId" clId="{2EDFA324-B2DD-49AB-9C3E-1D8A2A415DA9}" dt="2026-09-01T12:07:55.051" v="583" actId="478"/>
          <ac:cxnSpMkLst>
            <pc:docMk/>
            <pc:sldMk cId="0" sldId="281"/>
            <ac:cxnSpMk id="16" creationId="{FC348189-B726-2476-6610-883A540492BC}"/>
          </ac:cxnSpMkLst>
        </pc:cxnChg>
      </pc:sldChg>
      <pc:sldChg chg="delSp modSp mod">
        <pc:chgData name="anshulrathod999@gmail.com" userId="16b785f99692f3c5" providerId="LiveId" clId="{2EDFA324-B2DD-49AB-9C3E-1D8A2A415DA9}" dt="2026-09-01T12:17:56.729" v="610" actId="478"/>
        <pc:sldMkLst>
          <pc:docMk/>
          <pc:sldMk cId="0" sldId="290"/>
        </pc:sldMkLst>
        <pc:spChg chg="del mod">
          <ac:chgData name="anshulrathod999@gmail.com" userId="16b785f99692f3c5" providerId="LiveId" clId="{2EDFA324-B2DD-49AB-9C3E-1D8A2A415DA9}" dt="2026-09-01T12:17:56.729" v="610" actId="478"/>
          <ac:spMkLst>
            <pc:docMk/>
            <pc:sldMk cId="0" sldId="290"/>
            <ac:spMk id="17410" creationId="{00000000-0000-0000-0000-000000000000}"/>
          </ac:spMkLst>
        </pc:spChg>
      </pc:sldChg>
      <pc:sldChg chg="addSp delSp modSp mod">
        <pc:chgData name="anshulrathod999@gmail.com" userId="16b785f99692f3c5" providerId="LiveId" clId="{2EDFA324-B2DD-49AB-9C3E-1D8A2A415DA9}" dt="2026-09-01T11:56:26.049" v="535" actId="14100"/>
        <pc:sldMkLst>
          <pc:docMk/>
          <pc:sldMk cId="3753387913" sldId="293"/>
        </pc:sldMkLst>
        <pc:spChg chg="add del mod">
          <ac:chgData name="anshulrathod999@gmail.com" userId="16b785f99692f3c5" providerId="LiveId" clId="{2EDFA324-B2DD-49AB-9C3E-1D8A2A415DA9}" dt="2026-09-01T11:36:43.949" v="363" actId="478"/>
          <ac:spMkLst>
            <pc:docMk/>
            <pc:sldMk cId="3753387913" sldId="293"/>
            <ac:spMk id="4" creationId="{FA97D81B-4EDB-6440-EEC1-78BB55EA4808}"/>
          </ac:spMkLst>
        </pc:spChg>
        <pc:spChg chg="mod">
          <ac:chgData name="anshulrathod999@gmail.com" userId="16b785f99692f3c5" providerId="LiveId" clId="{2EDFA324-B2DD-49AB-9C3E-1D8A2A415DA9}" dt="2026-09-01T11:43:25.181" v="478" actId="1076"/>
          <ac:spMkLst>
            <pc:docMk/>
            <pc:sldMk cId="3753387913" sldId="293"/>
            <ac:spMk id="6" creationId="{00000000-0000-0000-0000-000000000000}"/>
          </ac:spMkLst>
        </pc:spChg>
        <pc:spChg chg="mod">
          <ac:chgData name="anshulrathod999@gmail.com" userId="16b785f99692f3c5" providerId="LiveId" clId="{2EDFA324-B2DD-49AB-9C3E-1D8A2A415DA9}" dt="2026-09-01T11:43:18.177" v="477" actId="1076"/>
          <ac:spMkLst>
            <pc:docMk/>
            <pc:sldMk cId="3753387913" sldId="293"/>
            <ac:spMk id="7" creationId="{00000000-0000-0000-0000-000000000000}"/>
          </ac:spMkLst>
        </pc:spChg>
        <pc:spChg chg="mod">
          <ac:chgData name="anshulrathod999@gmail.com" userId="16b785f99692f3c5" providerId="LiveId" clId="{2EDFA324-B2DD-49AB-9C3E-1D8A2A415DA9}" dt="2026-09-01T11:43:10.085" v="476" actId="1076"/>
          <ac:spMkLst>
            <pc:docMk/>
            <pc:sldMk cId="3753387913" sldId="293"/>
            <ac:spMk id="10" creationId="{AD4F69D3-EEB0-4C4C-9434-B9960FB5854C}"/>
          </ac:spMkLst>
        </pc:spChg>
        <pc:spChg chg="add del mod">
          <ac:chgData name="anshulrathod999@gmail.com" userId="16b785f99692f3c5" providerId="LiveId" clId="{2EDFA324-B2DD-49AB-9C3E-1D8A2A415DA9}" dt="2026-09-01T11:41:07.229" v="405"/>
          <ac:spMkLst>
            <pc:docMk/>
            <pc:sldMk cId="3753387913" sldId="293"/>
            <ac:spMk id="16" creationId="{38352157-BAFB-C302-176E-FF8F9B3F2D89}"/>
          </ac:spMkLst>
        </pc:spChg>
        <pc:spChg chg="add mod">
          <ac:chgData name="anshulrathod999@gmail.com" userId="16b785f99692f3c5" providerId="LiveId" clId="{2EDFA324-B2DD-49AB-9C3E-1D8A2A415DA9}" dt="2026-09-01T11:56:05.504" v="532" actId="1076"/>
          <ac:spMkLst>
            <pc:docMk/>
            <pc:sldMk cId="3753387913" sldId="293"/>
            <ac:spMk id="18" creationId="{317995FB-BBE9-A2D4-6396-B9331F9AC724}"/>
          </ac:spMkLst>
        </pc:spChg>
        <pc:spChg chg="add del mod">
          <ac:chgData name="anshulrathod999@gmail.com" userId="16b785f99692f3c5" providerId="LiveId" clId="{2EDFA324-B2DD-49AB-9C3E-1D8A2A415DA9}" dt="2026-09-01T11:41:17.179" v="411"/>
          <ac:spMkLst>
            <pc:docMk/>
            <pc:sldMk cId="3753387913" sldId="293"/>
            <ac:spMk id="19" creationId="{D0DDCE77-F859-5EF4-A051-8B9536AEB05C}"/>
          </ac:spMkLst>
        </pc:spChg>
        <pc:spChg chg="add mod">
          <ac:chgData name="anshulrathod999@gmail.com" userId="16b785f99692f3c5" providerId="LiveId" clId="{2EDFA324-B2DD-49AB-9C3E-1D8A2A415DA9}" dt="2026-09-01T11:53:31.952" v="528" actId="1076"/>
          <ac:spMkLst>
            <pc:docMk/>
            <pc:sldMk cId="3753387913" sldId="293"/>
            <ac:spMk id="21" creationId="{C5B1F1DC-25A8-677A-C52A-7AB64A7B7989}"/>
          </ac:spMkLst>
        </pc:spChg>
        <pc:spChg chg="del mod">
          <ac:chgData name="anshulrathod999@gmail.com" userId="16b785f99692f3c5" providerId="LiveId" clId="{2EDFA324-B2DD-49AB-9C3E-1D8A2A415DA9}" dt="2026-09-01T11:12:22.119" v="280"/>
          <ac:spMkLst>
            <pc:docMk/>
            <pc:sldMk cId="3753387913" sldId="293"/>
            <ac:spMk id="17410" creationId="{00000000-0000-0000-0000-000000000000}"/>
          </ac:spMkLst>
        </pc:spChg>
        <pc:picChg chg="add del mod">
          <ac:chgData name="anshulrathod999@gmail.com" userId="16b785f99692f3c5" providerId="LiveId" clId="{2EDFA324-B2DD-49AB-9C3E-1D8A2A415DA9}" dt="2026-09-01T11:17:57.180" v="347" actId="478"/>
          <ac:picMkLst>
            <pc:docMk/>
            <pc:sldMk cId="3753387913" sldId="293"/>
            <ac:picMk id="8" creationId="{7F89071E-541B-4EB4-E623-4E65E3AB74A7}"/>
          </ac:picMkLst>
        </pc:picChg>
        <pc:picChg chg="add del mod ord">
          <ac:chgData name="anshulrathod999@gmail.com" userId="16b785f99692f3c5" providerId="LiveId" clId="{2EDFA324-B2DD-49AB-9C3E-1D8A2A415DA9}" dt="2026-09-01T11:51:39.068" v="515" actId="478"/>
          <ac:picMkLst>
            <pc:docMk/>
            <pc:sldMk cId="3753387913" sldId="293"/>
            <ac:picMk id="13" creationId="{36D598F1-338E-EC28-8BC2-B42AD9F89896}"/>
          </ac:picMkLst>
        </pc:picChg>
        <pc:picChg chg="add del mod ord">
          <ac:chgData name="anshulrathod999@gmail.com" userId="16b785f99692f3c5" providerId="LiveId" clId="{2EDFA324-B2DD-49AB-9C3E-1D8A2A415DA9}" dt="2026-09-01T11:44:41.816" v="486" actId="478"/>
          <ac:picMkLst>
            <pc:docMk/>
            <pc:sldMk cId="3753387913" sldId="293"/>
            <ac:picMk id="15" creationId="{5ABF347D-C78D-3865-27BE-18BD21157DC8}"/>
          </ac:picMkLst>
        </pc:picChg>
        <pc:picChg chg="add mod ord">
          <ac:chgData name="anshulrathod999@gmail.com" userId="16b785f99692f3c5" providerId="LiveId" clId="{2EDFA324-B2DD-49AB-9C3E-1D8A2A415DA9}" dt="2026-09-01T11:56:26.049" v="535" actId="14100"/>
          <ac:picMkLst>
            <pc:docMk/>
            <pc:sldMk cId="3753387913" sldId="293"/>
            <ac:picMk id="23" creationId="{700B72E5-EA91-1369-746D-832898FF6575}"/>
          </ac:picMkLst>
        </pc:picChg>
        <pc:picChg chg="add mod ord">
          <ac:chgData name="anshulrathod999@gmail.com" userId="16b785f99692f3c5" providerId="LiveId" clId="{2EDFA324-B2DD-49AB-9C3E-1D8A2A415DA9}" dt="2026-09-01T11:56:21.372" v="533" actId="14100"/>
          <ac:picMkLst>
            <pc:docMk/>
            <pc:sldMk cId="3753387913" sldId="293"/>
            <ac:picMk id="25" creationId="{D24718FC-08D9-FBBD-0B5E-575C03500ADB}"/>
          </ac:picMkLst>
        </pc:picChg>
      </pc:sldChg>
      <pc:sldChg chg="addSp delSp modSp mod setBg addAnim delAnim">
        <pc:chgData name="anshulrathod999@gmail.com" userId="16b785f99692f3c5" providerId="LiveId" clId="{2EDFA324-B2DD-49AB-9C3E-1D8A2A415DA9}" dt="2026-09-01T09:07:37.490" v="75" actId="14100"/>
        <pc:sldMkLst>
          <pc:docMk/>
          <pc:sldMk cId="2997144140" sldId="294"/>
        </pc:sldMkLst>
        <pc:spChg chg="mod ord">
          <ac:chgData name="anshulrathod999@gmail.com" userId="16b785f99692f3c5" providerId="LiveId" clId="{2EDFA324-B2DD-49AB-9C3E-1D8A2A415DA9}" dt="2026-09-01T09:04:00.770" v="60" actId="26606"/>
          <ac:spMkLst>
            <pc:docMk/>
            <pc:sldMk cId="2997144140" sldId="294"/>
            <ac:spMk id="3" creationId="{2A7749DA-653F-009D-F25F-E95CD2919F44}"/>
          </ac:spMkLst>
        </pc:spChg>
        <pc:spChg chg="mod ord">
          <ac:chgData name="anshulrathod999@gmail.com" userId="16b785f99692f3c5" providerId="LiveId" clId="{2EDFA324-B2DD-49AB-9C3E-1D8A2A415DA9}" dt="2026-09-01T09:04:00.770" v="60" actId="26606"/>
          <ac:spMkLst>
            <pc:docMk/>
            <pc:sldMk cId="2997144140" sldId="294"/>
            <ac:spMk id="6" creationId="{00000000-0000-0000-0000-000000000000}"/>
          </ac:spMkLst>
        </pc:spChg>
        <pc:spChg chg="mod ord">
          <ac:chgData name="anshulrathod999@gmail.com" userId="16b785f99692f3c5" providerId="LiveId" clId="{2EDFA324-B2DD-49AB-9C3E-1D8A2A415DA9}" dt="2026-09-01T09:04:00.770" v="60" actId="26606"/>
          <ac:spMkLst>
            <pc:docMk/>
            <pc:sldMk cId="2997144140" sldId="294"/>
            <ac:spMk id="7" creationId="{00000000-0000-0000-0000-000000000000}"/>
          </ac:spMkLst>
        </pc:spChg>
        <pc:spChg chg="ord">
          <ac:chgData name="anshulrathod999@gmail.com" userId="16b785f99692f3c5" providerId="LiveId" clId="{2EDFA324-B2DD-49AB-9C3E-1D8A2A415DA9}" dt="2026-09-01T09:04:00.770" v="60" actId="26606"/>
          <ac:spMkLst>
            <pc:docMk/>
            <pc:sldMk cId="2997144140" sldId="294"/>
            <ac:spMk id="10" creationId="{AD4F69D3-EEB0-4C4C-9434-B9960FB5854C}"/>
          </ac:spMkLst>
        </pc:spChg>
        <pc:spChg chg="mod">
          <ac:chgData name="anshulrathod999@gmail.com" userId="16b785f99692f3c5" providerId="LiveId" clId="{2EDFA324-B2DD-49AB-9C3E-1D8A2A415DA9}" dt="2026-09-01T09:04:00.770" v="60" actId="26606"/>
          <ac:spMkLst>
            <pc:docMk/>
            <pc:sldMk cId="2997144140" sldId="294"/>
            <ac:spMk id="17409" creationId="{00000000-0000-0000-0000-000000000000}"/>
          </ac:spMkLst>
        </pc:spChg>
        <pc:spChg chg="del mod">
          <ac:chgData name="anshulrathod999@gmail.com" userId="16b785f99692f3c5" providerId="LiveId" clId="{2EDFA324-B2DD-49AB-9C3E-1D8A2A415DA9}" dt="2026-09-01T09:02:38.980" v="47" actId="478"/>
          <ac:spMkLst>
            <pc:docMk/>
            <pc:sldMk cId="2997144140" sldId="294"/>
            <ac:spMk id="17410" creationId="{00000000-0000-0000-0000-000000000000}"/>
          </ac:spMkLst>
        </pc:spChg>
        <pc:spChg chg="add del">
          <ac:chgData name="anshulrathod999@gmail.com" userId="16b785f99692f3c5" providerId="LiveId" clId="{2EDFA324-B2DD-49AB-9C3E-1D8A2A415DA9}" dt="2026-09-01T09:03:53.262" v="57" actId="26606"/>
          <ac:spMkLst>
            <pc:docMk/>
            <pc:sldMk cId="2997144140" sldId="294"/>
            <ac:spMk id="17414" creationId="{47942995-B07F-4636-9A06-C6A104B260A8}"/>
          </ac:spMkLst>
        </pc:spChg>
        <pc:spChg chg="add del">
          <ac:chgData name="anshulrathod999@gmail.com" userId="16b785f99692f3c5" providerId="LiveId" clId="{2EDFA324-B2DD-49AB-9C3E-1D8A2A415DA9}" dt="2026-09-01T09:03:53.262" v="57" actId="26606"/>
          <ac:spMkLst>
            <pc:docMk/>
            <pc:sldMk cId="2997144140" sldId="294"/>
            <ac:spMk id="17421" creationId="{B81933D1-5615-42C7-9C0B-4EB7105CCE2D}"/>
          </ac:spMkLst>
        </pc:spChg>
        <pc:spChg chg="add del">
          <ac:chgData name="anshulrathod999@gmail.com" userId="16b785f99692f3c5" providerId="LiveId" clId="{2EDFA324-B2DD-49AB-9C3E-1D8A2A415DA9}" dt="2026-09-01T09:03:53.262" v="57" actId="26606"/>
          <ac:spMkLst>
            <pc:docMk/>
            <pc:sldMk cId="2997144140" sldId="294"/>
            <ac:spMk id="17423" creationId="{19C9EAEA-39D0-4B0E-A0EB-51E7B26740B1}"/>
          </ac:spMkLst>
        </pc:spChg>
        <pc:spChg chg="add del">
          <ac:chgData name="anshulrathod999@gmail.com" userId="16b785f99692f3c5" providerId="LiveId" clId="{2EDFA324-B2DD-49AB-9C3E-1D8A2A415DA9}" dt="2026-09-01T09:04:00.770" v="60" actId="26606"/>
          <ac:spMkLst>
            <pc:docMk/>
            <pc:sldMk cId="2997144140" sldId="294"/>
            <ac:spMk id="17425" creationId="{7B1AB9FE-36F5-4FD1-9850-DB5C5AD4828F}"/>
          </ac:spMkLst>
        </pc:spChg>
        <pc:spChg chg="add del">
          <ac:chgData name="anshulrathod999@gmail.com" userId="16b785f99692f3c5" providerId="LiveId" clId="{2EDFA324-B2DD-49AB-9C3E-1D8A2A415DA9}" dt="2026-09-01T09:04:00.770" v="60" actId="26606"/>
          <ac:spMkLst>
            <pc:docMk/>
            <pc:sldMk cId="2997144140" sldId="294"/>
            <ac:spMk id="17426" creationId="{F489C2E0-4895-4B72-85EA-7EE9FAFFDC7E}"/>
          </ac:spMkLst>
        </pc:spChg>
        <pc:picChg chg="add mod ord">
          <ac:chgData name="anshulrathod999@gmail.com" userId="16b785f99692f3c5" providerId="LiveId" clId="{2EDFA324-B2DD-49AB-9C3E-1D8A2A415DA9}" dt="2026-09-01T09:07:34.924" v="74" actId="14100"/>
          <ac:picMkLst>
            <pc:docMk/>
            <pc:sldMk cId="2997144140" sldId="294"/>
            <ac:picMk id="5" creationId="{6DEAFB78-2488-D7B2-920D-7EDB3C0EBA56}"/>
          </ac:picMkLst>
        </pc:picChg>
        <pc:picChg chg="add mod">
          <ac:chgData name="anshulrathod999@gmail.com" userId="16b785f99692f3c5" providerId="LiveId" clId="{2EDFA324-B2DD-49AB-9C3E-1D8A2A415DA9}" dt="2026-09-01T09:07:37.490" v="75" actId="14100"/>
          <ac:picMkLst>
            <pc:docMk/>
            <pc:sldMk cId="2997144140" sldId="294"/>
            <ac:picMk id="9" creationId="{A5339340-401B-F7DA-A9F4-24D75268831C}"/>
          </ac:picMkLst>
        </pc:picChg>
        <pc:picChg chg="ord">
          <ac:chgData name="anshulrathod999@gmail.com" userId="16b785f99692f3c5" providerId="LiveId" clId="{2EDFA324-B2DD-49AB-9C3E-1D8A2A415DA9}" dt="2026-09-01T09:03:53.262" v="57" actId="26606"/>
          <ac:picMkLst>
            <pc:docMk/>
            <pc:sldMk cId="2997144140" sldId="294"/>
            <ac:picMk id="11" creationId="{00000000-0000-0000-0000-000000000000}"/>
          </ac:picMkLst>
        </pc:picChg>
      </pc:sldChg>
      <pc:sldChg chg="addSp delSp modSp mod">
        <pc:chgData name="anshulrathod999@gmail.com" userId="16b785f99692f3c5" providerId="LiveId" clId="{2EDFA324-B2DD-49AB-9C3E-1D8A2A415DA9}" dt="2026-09-01T12:11:38.564" v="607" actId="1076"/>
        <pc:sldMkLst>
          <pc:docMk/>
          <pc:sldMk cId="3916788613" sldId="296"/>
        </pc:sldMkLst>
        <pc:spChg chg="add del mod">
          <ac:chgData name="anshulrathod999@gmail.com" userId="16b785f99692f3c5" providerId="LiveId" clId="{2EDFA324-B2DD-49AB-9C3E-1D8A2A415DA9}" dt="2026-09-01T09:24:18.788" v="81"/>
          <ac:spMkLst>
            <pc:docMk/>
            <pc:sldMk cId="3916788613" sldId="296"/>
            <ac:spMk id="2" creationId="{747A1FF3-2F67-87F4-AD24-C6FB6D83A0E4}"/>
          </ac:spMkLst>
        </pc:spChg>
        <pc:spChg chg="mod">
          <ac:chgData name="anshulrathod999@gmail.com" userId="16b785f99692f3c5" providerId="LiveId" clId="{2EDFA324-B2DD-49AB-9C3E-1D8A2A415DA9}" dt="2026-09-01T10:49:52.509" v="264" actId="1076"/>
          <ac:spMkLst>
            <pc:docMk/>
            <pc:sldMk cId="3916788613" sldId="296"/>
            <ac:spMk id="6" creationId="{00000000-0000-0000-0000-000000000000}"/>
          </ac:spMkLst>
        </pc:spChg>
        <pc:spChg chg="mod">
          <ac:chgData name="anshulrathod999@gmail.com" userId="16b785f99692f3c5" providerId="LiveId" clId="{2EDFA324-B2DD-49AB-9C3E-1D8A2A415DA9}" dt="2026-09-01T10:49:27.633" v="258" actId="1076"/>
          <ac:spMkLst>
            <pc:docMk/>
            <pc:sldMk cId="3916788613" sldId="296"/>
            <ac:spMk id="7" creationId="{00000000-0000-0000-0000-000000000000}"/>
          </ac:spMkLst>
        </pc:spChg>
        <pc:spChg chg="mod">
          <ac:chgData name="anshulrathod999@gmail.com" userId="16b785f99692f3c5" providerId="LiveId" clId="{2EDFA324-B2DD-49AB-9C3E-1D8A2A415DA9}" dt="2026-09-01T10:49:43.114" v="262" actId="1076"/>
          <ac:spMkLst>
            <pc:docMk/>
            <pc:sldMk cId="3916788613" sldId="296"/>
            <ac:spMk id="10" creationId="{AD4F69D3-EEB0-4C4C-9434-B9960FB5854C}"/>
          </ac:spMkLst>
        </pc:spChg>
        <pc:spChg chg="add mod">
          <ac:chgData name="anshulrathod999@gmail.com" userId="16b785f99692f3c5" providerId="LiveId" clId="{2EDFA324-B2DD-49AB-9C3E-1D8A2A415DA9}" dt="2026-09-01T12:11:27.337" v="606" actId="1076"/>
          <ac:spMkLst>
            <pc:docMk/>
            <pc:sldMk cId="3916788613" sldId="296"/>
            <ac:spMk id="16" creationId="{A3B7CEF0-9586-D7EC-4545-1A5A85BA8B0E}"/>
          </ac:spMkLst>
        </pc:spChg>
        <pc:spChg chg="add mod">
          <ac:chgData name="anshulrathod999@gmail.com" userId="16b785f99692f3c5" providerId="LiveId" clId="{2EDFA324-B2DD-49AB-9C3E-1D8A2A415DA9}" dt="2026-09-01T11:58:18.560" v="540" actId="1076"/>
          <ac:spMkLst>
            <pc:docMk/>
            <pc:sldMk cId="3916788613" sldId="296"/>
            <ac:spMk id="17" creationId="{76F81054-5F65-5B8E-FDC9-4D0249703402}"/>
          </ac:spMkLst>
        </pc:spChg>
        <pc:spChg chg="del mod">
          <ac:chgData name="anshulrathod999@gmail.com" userId="16b785f99692f3c5" providerId="LiveId" clId="{2EDFA324-B2DD-49AB-9C3E-1D8A2A415DA9}" dt="2026-09-01T09:24:16.614" v="78"/>
          <ac:spMkLst>
            <pc:docMk/>
            <pc:sldMk cId="3916788613" sldId="296"/>
            <ac:spMk id="17410" creationId="{00000000-0000-0000-0000-000000000000}"/>
          </ac:spMkLst>
        </pc:spChg>
        <pc:picChg chg="add del mod ord">
          <ac:chgData name="anshulrathod999@gmail.com" userId="16b785f99692f3c5" providerId="LiveId" clId="{2EDFA324-B2DD-49AB-9C3E-1D8A2A415DA9}" dt="2026-09-01T09:49:48.187" v="93" actId="478"/>
          <ac:picMkLst>
            <pc:docMk/>
            <pc:sldMk cId="3916788613" sldId="296"/>
            <ac:picMk id="4" creationId="{CDC037FC-FFBB-F356-1DE7-EC94CB7FD440}"/>
          </ac:picMkLst>
        </pc:picChg>
        <pc:picChg chg="add del mod ord">
          <ac:chgData name="anshulrathod999@gmail.com" userId="16b785f99692f3c5" providerId="LiveId" clId="{2EDFA324-B2DD-49AB-9C3E-1D8A2A415DA9}" dt="2026-09-01T09:59:36.266" v="112" actId="478"/>
          <ac:picMkLst>
            <pc:docMk/>
            <pc:sldMk cId="3916788613" sldId="296"/>
            <ac:picMk id="8" creationId="{15335764-7CA4-E4E5-A2D8-9F1DF19AEF8B}"/>
          </ac:picMkLst>
        </pc:picChg>
        <pc:picChg chg="add mod ord">
          <ac:chgData name="anshulrathod999@gmail.com" userId="16b785f99692f3c5" providerId="LiveId" clId="{2EDFA324-B2DD-49AB-9C3E-1D8A2A415DA9}" dt="2026-09-01T12:11:26.727" v="605" actId="1076"/>
          <ac:picMkLst>
            <pc:docMk/>
            <pc:sldMk cId="3916788613" sldId="296"/>
            <ac:picMk id="13" creationId="{E98F04D1-4B35-3843-0A1F-10350A2550BC}"/>
          </ac:picMkLst>
        </pc:picChg>
        <pc:picChg chg="add mod">
          <ac:chgData name="anshulrathod999@gmail.com" userId="16b785f99692f3c5" providerId="LiveId" clId="{2EDFA324-B2DD-49AB-9C3E-1D8A2A415DA9}" dt="2026-09-01T12:11:38.564" v="607" actId="1076"/>
          <ac:picMkLst>
            <pc:docMk/>
            <pc:sldMk cId="3916788613" sldId="296"/>
            <ac:picMk id="15" creationId="{0D41E5DA-9C45-C31D-DCE7-948BBE954E9E}"/>
          </ac:picMkLst>
        </pc:picChg>
      </pc:sldChg>
      <pc:sldChg chg="del">
        <pc:chgData name="anshulrathod999@gmail.com" userId="16b785f99692f3c5" providerId="LiveId" clId="{2EDFA324-B2DD-49AB-9C3E-1D8A2A415DA9}" dt="2026-09-01T11:57:06.285" v="536" actId="47"/>
        <pc:sldMkLst>
          <pc:docMk/>
          <pc:sldMk cId="1588084416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ieeexplore.ieee.org/document/10387654" TargetMode="External"/><Relationship Id="rId3" Type="http://schemas.openxmlformats.org/officeDocument/2006/relationships/image" Target="../media/image8.png"/><Relationship Id="rId7" Type="http://schemas.openxmlformats.org/officeDocument/2006/relationships/hyperlink" Target="ncbi.nlm.nih.gov/pmc/articles/PMC1311168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arxiv.org/abs/2608.26224" TargetMode="External"/><Relationship Id="rId11" Type="http://schemas.openxmlformats.org/officeDocument/2006/relationships/hyperlink" Target="scholar.google.com" TargetMode="External"/><Relationship Id="rId5" Type="http://schemas.openxmlformats.org/officeDocument/2006/relationships/image" Target="../media/image9.jpg"/><Relationship Id="rId10" Type="http://schemas.openxmlformats.org/officeDocument/2006/relationships/hyperlink" Target="nature.com/articles/s41598-026-42216-5" TargetMode="External"/><Relationship Id="rId4" Type="http://schemas.openxmlformats.org/officeDocument/2006/relationships/image" Target="../media/image2.png"/><Relationship Id="rId9" Type="http://schemas.openxmlformats.org/officeDocument/2006/relationships/hyperlink" Target="doi.org/10.1007/s11042-025-16789-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5767" y="1814346"/>
            <a:ext cx="6532637" cy="4779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SIH26139	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Hybrid Quantum Machine Learning Platform for Early Disease Detection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MedTech/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/HealthTech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Quantum Coders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47592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327500-E15F-F6AF-04A3-120BB9F93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3192" y="1597358"/>
            <a:ext cx="7752353" cy="4710693"/>
          </a:xfrm>
          <a:prstGeom prst="rect">
            <a:avLst/>
          </a:prstGeom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26807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869900"/>
            <a:ext cx="12191999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A81AB54-B691-36F2-3C63-61FF4BD56F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97252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Coders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A45B00-0F48-662B-93A0-E6D78463CA50}"/>
              </a:ext>
            </a:extLst>
          </p:cNvPr>
          <p:cNvSpPr txBox="1"/>
          <p:nvPr/>
        </p:nvSpPr>
        <p:spPr>
          <a:xfrm>
            <a:off x="7570839" y="860970"/>
            <a:ext cx="47489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❖ Detailed Explanation of Proposed Solution:</a:t>
            </a:r>
          </a:p>
          <a:p>
            <a:r>
              <a:rPr lang="en-IN" sz="1600" b="1" dirty="0"/>
              <a:t>• Hybrid QML Architecture: </a:t>
            </a:r>
            <a:r>
              <a:rPr lang="en-IN" sz="1600" dirty="0"/>
              <a:t>Couples classical non-linear feature compression (30-D cytology to 8-D) with an 8-Qubit Variational Quantum Circuit (VQC).</a:t>
            </a:r>
          </a:p>
          <a:p>
            <a:r>
              <a:rPr lang="en-IN" sz="1600" b="1" dirty="0"/>
              <a:t>• Hilbert Space Embedding: </a:t>
            </a:r>
            <a:r>
              <a:rPr lang="en-IN" sz="1600" dirty="0"/>
              <a:t>Projects entangled clinical features into a 256-dimensional Hilbert space (2^8), revealing decision hyperplanes invisible to classical models.</a:t>
            </a:r>
          </a:p>
          <a:p>
            <a:r>
              <a:rPr lang="en-IN" sz="1600" b="1" dirty="0"/>
              <a:t>• Parameter-Efficient Training: </a:t>
            </a:r>
            <a:r>
              <a:rPr lang="en-IN" sz="1600" dirty="0"/>
              <a:t>Trains just 48 variational parameters (</a:t>
            </a:r>
            <a:r>
              <a:rPr lang="el-GR" sz="1600" dirty="0"/>
              <a:t>θ) </a:t>
            </a:r>
            <a:r>
              <a:rPr lang="en-IN" sz="1600" dirty="0"/>
              <a:t>via </a:t>
            </a:r>
            <a:r>
              <a:rPr lang="en-IN" sz="1600" dirty="0" err="1"/>
              <a:t>RealAmplitudes</a:t>
            </a:r>
            <a:r>
              <a:rPr lang="en-IN" sz="1600" dirty="0"/>
              <a:t> ansatz, maintaining an 11:1 sample ratio that prevents overfitting.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05FAC1-8AA0-5267-7972-CE052724EB5D}"/>
              </a:ext>
            </a:extLst>
          </p:cNvPr>
          <p:cNvSpPr txBox="1"/>
          <p:nvPr/>
        </p:nvSpPr>
        <p:spPr>
          <a:xfrm>
            <a:off x="7570838" y="3811012"/>
            <a:ext cx="47489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❖ How It Addresses the Problem:</a:t>
            </a:r>
          </a:p>
          <a:p>
            <a:r>
              <a:rPr lang="en-IN" sz="1600" b="1" dirty="0"/>
              <a:t>• Eliminates Euclidean Overlap: </a:t>
            </a:r>
            <a:r>
              <a:rPr lang="en-IN" sz="1600" dirty="0"/>
              <a:t>Separates morphologically identical benign vs. early malignant cells where classical RBF distance metrics collapse.</a:t>
            </a:r>
          </a:p>
          <a:p>
            <a:r>
              <a:rPr lang="en-IN" sz="1600" b="1" dirty="0"/>
              <a:t>• Drastic False-Negative Reduction: </a:t>
            </a:r>
            <a:r>
              <a:rPr lang="en-IN" sz="1600" dirty="0"/>
              <a:t>Reclaims missed early-stage disease patterns (reducing classical 15–20% false negatives down to clinical safety margins).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Geometric Pre-Screening: </a:t>
            </a:r>
            <a:r>
              <a:rPr lang="en-IN" sz="1600" dirty="0"/>
              <a:t>Computes Huang's </a:t>
            </a:r>
            <a:r>
              <a:rPr lang="en-IN" sz="1600" dirty="0" err="1"/>
              <a:t>s_K</a:t>
            </a:r>
            <a:r>
              <a:rPr lang="en-IN" sz="1600" dirty="0"/>
              <a:t> metric before dispatch, guaranteeing that quantum circuits are only invoked when proven to beat classical ML.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CA3A43B-F5D5-45D9-F69B-82F0B77AAD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97252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Coders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24718FC-08D9-FBBD-0B5E-575C03500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2" y="3079910"/>
            <a:ext cx="5364233" cy="34214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0B72E5-EA91-1369-746D-832898FF6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00" y="665923"/>
            <a:ext cx="5903535" cy="39568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46985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14212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1862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E9D72CD-7E74-64CA-2FDD-21EA9BBE86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97252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Coders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7995FB-BBE9-A2D4-6396-B9331F9AC724}"/>
              </a:ext>
            </a:extLst>
          </p:cNvPr>
          <p:cNvSpPr txBox="1"/>
          <p:nvPr/>
        </p:nvSpPr>
        <p:spPr>
          <a:xfrm>
            <a:off x="5953601" y="4530121"/>
            <a:ext cx="60763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Viability : </a:t>
            </a:r>
          </a:p>
          <a:p>
            <a:r>
              <a:rPr lang="en-IN" sz="1600" b="1" dirty="0"/>
              <a:t>1. Clinical Adoption: </a:t>
            </a:r>
            <a:r>
              <a:rPr lang="en-IN" sz="1600" dirty="0"/>
              <a:t>Connects via FHIR/DICOM APIs; doctors receive standard risk scores with zero quantum learning curve.</a:t>
            </a:r>
          </a:p>
          <a:p>
            <a:r>
              <a:rPr lang="en-IN" sz="1600" b="1" dirty="0"/>
              <a:t>2. Financial &amp; ROI: </a:t>
            </a:r>
            <a:r>
              <a:rPr lang="en-IN" sz="1600" dirty="0"/>
              <a:t>₹0.10 simulator &amp; &lt;₹48 QPU compute saves ₹12,000/patient in avoided repeat biopsies; 4.2-month break-even.</a:t>
            </a:r>
          </a:p>
          <a:p>
            <a:r>
              <a:rPr lang="en-IN" sz="1600" b="1" dirty="0"/>
              <a:t>3. Data Compliance: </a:t>
            </a:r>
            <a:r>
              <a:rPr lang="en-IN" sz="1600" dirty="0"/>
              <a:t>End-to-end AES-256 encryption compliant with DISHA (India), HIPAA (US), and GDPR standards.</a:t>
            </a:r>
          </a:p>
          <a:p>
            <a:r>
              <a:rPr lang="en-IN" sz="1600" b="1" dirty="0"/>
              <a:t>4. Scalability: </a:t>
            </a:r>
            <a:r>
              <a:rPr lang="en-IN" sz="1600" dirty="0"/>
              <a:t>Universal 8-qubit variational kernel extends seamlessly from breast oncology to pulmonary CT and cardiac ECG.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B1F1DC-25A8-677A-C52A-7AB64A7B7989}"/>
              </a:ext>
            </a:extLst>
          </p:cNvPr>
          <p:cNvSpPr txBox="1"/>
          <p:nvPr/>
        </p:nvSpPr>
        <p:spPr>
          <a:xfrm>
            <a:off x="61193" y="827183"/>
            <a:ext cx="61890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Feasibility :</a:t>
            </a:r>
          </a:p>
          <a:p>
            <a:r>
              <a:rPr lang="en-IN" sz="1600" b="1" dirty="0"/>
              <a:t>1. Hardware Ready: </a:t>
            </a:r>
            <a:r>
              <a:rPr lang="en-IN" sz="1600" dirty="0"/>
              <a:t>Executes on active IBM Eagle/Heron QPUs &amp; PennyLane simulators; requires zero fault-tolerant hardware.</a:t>
            </a:r>
          </a:p>
          <a:p>
            <a:r>
              <a:rPr lang="en-IN" sz="1600" b="1" dirty="0"/>
              <a:t>2. Training Stability: </a:t>
            </a:r>
            <a:r>
              <a:rPr lang="en-IN" sz="1600" dirty="0"/>
              <a:t>48 trainable parameters </a:t>
            </a:r>
            <a:r>
              <a:rPr lang="el-GR" sz="1600" dirty="0"/>
              <a:t>θ (11:1 </a:t>
            </a:r>
            <a:r>
              <a:rPr lang="en-IN" sz="1600" dirty="0"/>
              <a:t>sample ratio) eliminate barren plateaus and empirical overfitting.</a:t>
            </a:r>
          </a:p>
          <a:p>
            <a:r>
              <a:rPr lang="en-IN" sz="1600" b="1" dirty="0"/>
              <a:t>3. Real-Time Latency: </a:t>
            </a:r>
            <a:r>
              <a:rPr lang="en-IN" sz="1600" dirty="0"/>
              <a:t>Sub-second inference (&lt;1.18s on QPU, 42ms on simulator) supports 500+ requests/min via </a:t>
            </a:r>
            <a:r>
              <a:rPr lang="en-IN" sz="1600" dirty="0" err="1"/>
              <a:t>FastAPI</a:t>
            </a:r>
            <a:r>
              <a:rPr lang="en-IN" sz="1600" dirty="0"/>
              <a:t>.</a:t>
            </a:r>
          </a:p>
          <a:p>
            <a:r>
              <a:rPr lang="en-IN" sz="1600" b="1" dirty="0"/>
              <a:t>4. Noise Resilience: </a:t>
            </a:r>
            <a:r>
              <a:rPr lang="en-IN" sz="1600" dirty="0"/>
              <a:t>Tested under thermal noise (&lt;1.2% variance); Huang </a:t>
            </a:r>
            <a:r>
              <a:rPr lang="en-IN" sz="1600" dirty="0" err="1"/>
              <a:t>s_</a:t>
            </a:r>
            <a:r>
              <a:rPr lang="en-IN" sz="1600" b="1" dirty="0" err="1"/>
              <a:t>K</a:t>
            </a:r>
            <a:r>
              <a:rPr lang="en-IN" sz="1600" b="1" dirty="0"/>
              <a:t> filter </a:t>
            </a:r>
            <a:r>
              <a:rPr lang="en-IN" sz="1600" dirty="0"/>
              <a:t>ensures execution only when advantage is proven.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A7749DA-653F-009D-F25F-E95CD2919F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97252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Quantum Coders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AFB78-2488-D7B2-920D-7EDB3C0EB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1594" y="1095375"/>
            <a:ext cx="8114248" cy="48924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339340-401B-F7DA-A9F4-24D752688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588" y="1275378"/>
            <a:ext cx="4487944" cy="481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98F04D1-4B35-3843-0A1F-10350A255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827" y="726061"/>
            <a:ext cx="7954296" cy="39771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2" y="6385184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86257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80288" y="649287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97252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Coders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41E5DA-9C45-C31D-DCE7-948BBE954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4288" y="1229816"/>
            <a:ext cx="4397961" cy="32838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B7CEF0-9586-D7EC-4545-1A5A85BA8B0E}"/>
              </a:ext>
            </a:extLst>
          </p:cNvPr>
          <p:cNvSpPr txBox="1"/>
          <p:nvPr/>
        </p:nvSpPr>
        <p:spPr>
          <a:xfrm>
            <a:off x="116387" y="4583488"/>
            <a:ext cx="5907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❖ Key Research:</a:t>
            </a:r>
            <a:endParaRPr lang="en-IN" sz="1600" dirty="0"/>
          </a:p>
          <a:p>
            <a:r>
              <a:rPr lang="en-IN" sz="1600" b="1" dirty="0"/>
              <a:t>1. </a:t>
            </a:r>
            <a:r>
              <a:rPr lang="en-IN" sz="1600" b="1" dirty="0" err="1"/>
              <a:t>arXiv</a:t>
            </a:r>
            <a:r>
              <a:rPr lang="en-IN" sz="1600" b="1" dirty="0"/>
              <a:t> (PCA &amp; Hybrid QML)</a:t>
            </a:r>
          </a:p>
          <a:p>
            <a:r>
              <a:rPr lang="en-IN" sz="1600" dirty="0"/>
              <a:t>Feature reduction for 8-qubit embedding: </a:t>
            </a:r>
            <a:r>
              <a:rPr lang="en-IN" sz="1600" dirty="0">
                <a:hlinkClick r:id="rId6"/>
              </a:rPr>
              <a:t>arxiv.org/abs/2608.26224</a:t>
            </a:r>
            <a:endParaRPr lang="en-IN" sz="1600" dirty="0"/>
          </a:p>
          <a:p>
            <a:r>
              <a:rPr lang="en-IN" sz="1600" b="1" dirty="0"/>
              <a:t>2. PubMed (Noise &amp; QML Architecture)</a:t>
            </a:r>
          </a:p>
          <a:p>
            <a:r>
              <a:rPr lang="en-IN" sz="1600" dirty="0"/>
              <a:t>Hardware error mitigation in NISQ: </a:t>
            </a:r>
            <a:r>
              <a:rPr lang="en-IN" sz="1600" dirty="0">
                <a:hlinkClick r:id="rId7"/>
              </a:rPr>
              <a:t>ncbi.nlm.nih.gov/</a:t>
            </a:r>
            <a:r>
              <a:rPr lang="en-IN" sz="1600" dirty="0" err="1">
                <a:hlinkClick r:id="rId7"/>
              </a:rPr>
              <a:t>pmc</a:t>
            </a:r>
            <a:r>
              <a:rPr lang="en-IN" sz="1600" dirty="0">
                <a:hlinkClick r:id="rId7"/>
              </a:rPr>
              <a:t>/articles/PMC13111684</a:t>
            </a:r>
            <a:endParaRPr lang="en-IN" sz="1600" dirty="0"/>
          </a:p>
          <a:p>
            <a:r>
              <a:rPr lang="en-IN" sz="1600" b="1" dirty="0"/>
              <a:t>3. IEEE Xplore (Quantum Autoencoders)</a:t>
            </a:r>
          </a:p>
          <a:p>
            <a:r>
              <a:rPr lang="en-IN" sz="1600" dirty="0"/>
              <a:t>Circuit compression for classification: </a:t>
            </a:r>
            <a:r>
              <a:rPr lang="en-IN" sz="1600" dirty="0">
                <a:hlinkClick r:id="rId8"/>
              </a:rPr>
              <a:t>ieeexplore.ieee.org/document/10387654</a:t>
            </a:r>
            <a:endParaRPr lang="en-IN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F81054-5F65-5B8E-FDC9-4D0249703402}"/>
              </a:ext>
            </a:extLst>
          </p:cNvPr>
          <p:cNvSpPr txBox="1"/>
          <p:nvPr/>
        </p:nvSpPr>
        <p:spPr>
          <a:xfrm>
            <a:off x="5926645" y="4616530"/>
            <a:ext cx="63724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4. Springer (Hybrid Deep Learning)</a:t>
            </a:r>
          </a:p>
          <a:p>
            <a:r>
              <a:rPr lang="en-IN" sz="1600" dirty="0"/>
              <a:t>Multiclass clinical benchmarking: </a:t>
            </a:r>
            <a:r>
              <a:rPr lang="en-IN" sz="1600" dirty="0">
                <a:hlinkClick r:id="rId9"/>
              </a:rPr>
              <a:t>doi.org/10.1007/s11042-025-16789-0</a:t>
            </a:r>
            <a:endParaRPr lang="en-IN" sz="1600" dirty="0"/>
          </a:p>
          <a:p>
            <a:r>
              <a:rPr lang="en-IN" sz="1600" b="1" dirty="0"/>
              <a:t>5. Nature (Finite-Noise Optima)</a:t>
            </a:r>
          </a:p>
          <a:p>
            <a:r>
              <a:rPr lang="en-IN" sz="1600" dirty="0"/>
              <a:t>Generalization bounds in hybrid AI: </a:t>
            </a:r>
            <a:r>
              <a:rPr lang="en-IN" sz="1600" dirty="0">
                <a:hlinkClick r:id="rId10"/>
              </a:rPr>
              <a:t>nature.com/articles/s41598-026-42216-5</a:t>
            </a:r>
            <a:endParaRPr lang="en-IN" sz="1600" dirty="0"/>
          </a:p>
          <a:p>
            <a:r>
              <a:rPr lang="en-IN" sz="1600" b="1" dirty="0"/>
              <a:t>6. Google Scholar (Robustness &amp; XAI)</a:t>
            </a:r>
          </a:p>
          <a:p>
            <a:r>
              <a:rPr lang="en-IN" sz="1600" dirty="0"/>
              <a:t>Interpretability under class imbalance: </a:t>
            </a:r>
            <a:r>
              <a:rPr lang="en-IN" sz="1600" dirty="0">
                <a:hlinkClick r:id="rId11"/>
              </a:rPr>
              <a:t>scholar.google.com </a:t>
            </a:r>
            <a:r>
              <a:rPr lang="en-IN" sz="1600" dirty="0"/>
              <a:t>(QML XAI)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8893</TotalTime>
  <Words>594</Words>
  <Application>Microsoft Office PowerPoint</Application>
  <PresentationFormat>Widescreen</PresentationFormat>
  <Paragraphs>66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anshulrathod999@gmail.com</cp:lastModifiedBy>
  <cp:revision>150</cp:revision>
  <dcterms:created xsi:type="dcterms:W3CDTF">2013-12-12T18:46:50Z</dcterms:created>
  <dcterms:modified xsi:type="dcterms:W3CDTF">2026-09-01T12:18:05Z</dcterms:modified>
  <cp:category/>
</cp:coreProperties>
</file>